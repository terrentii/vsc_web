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  <p:sldId id="263" r:id="rId9"/>
    <p:sldId id="265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39E26-4498-4D66-9ACE-D147A05BBA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0F178-2207-4E77-941A-BA9290FC9135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1</a:t>
          </a:r>
        </a:p>
      </dgm:t>
    </dgm:pt>
    <dgm:pt modelId="{12FB196E-507C-44AD-8284-AD02ABE0B653}" type="parTrans" cxnId="{F05B04D2-90FB-44BD-88C1-FFE04BA6D884}">
      <dgm:prSet/>
      <dgm:spPr/>
      <dgm:t>
        <a:bodyPr/>
        <a:lstStyle/>
        <a:p>
          <a:endParaRPr lang="ru-RU"/>
        </a:p>
      </dgm:t>
    </dgm:pt>
    <dgm:pt modelId="{2F05576B-D3E1-4CA2-BA6A-56121E80F8BA}" type="sibTrans" cxnId="{F05B04D2-90FB-44BD-88C1-FFE04BA6D884}">
      <dgm:prSet/>
      <dgm:spPr/>
      <dgm:t>
        <a:bodyPr/>
        <a:lstStyle/>
        <a:p>
          <a:endParaRPr lang="ru-RU"/>
        </a:p>
      </dgm:t>
    </dgm:pt>
    <dgm:pt modelId="{C076E7CD-DE72-40A9-B02D-BB0144FFDDF4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AC932AC5-7C10-405E-BB32-B9E25BF0A2B5}" type="parTrans" cxnId="{4135D8EC-5968-4101-940B-AF13588704DA}">
      <dgm:prSet/>
      <dgm:spPr/>
      <dgm:t>
        <a:bodyPr/>
        <a:lstStyle/>
        <a:p>
          <a:endParaRPr lang="ru-RU"/>
        </a:p>
      </dgm:t>
    </dgm:pt>
    <dgm:pt modelId="{D2A83FA3-FBF2-4C6D-B4F1-DD6903B25802}" type="sibTrans" cxnId="{4135D8EC-5968-4101-940B-AF13588704DA}">
      <dgm:prSet/>
      <dgm:spPr/>
      <dgm:t>
        <a:bodyPr/>
        <a:lstStyle/>
        <a:p>
          <a:endParaRPr lang="ru-RU"/>
        </a:p>
      </dgm:t>
    </dgm:pt>
    <dgm:pt modelId="{CBB83EAD-CF02-4DB1-9C37-A8A0F2124D78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2</a:t>
          </a:r>
        </a:p>
      </dgm:t>
    </dgm:pt>
    <dgm:pt modelId="{2351BF96-9D81-46F0-8819-2CD9C3FF03C4}" type="parTrans" cxnId="{4728576A-7E06-499D-9109-D62DCF83189F}">
      <dgm:prSet/>
      <dgm:spPr/>
      <dgm:t>
        <a:bodyPr/>
        <a:lstStyle/>
        <a:p>
          <a:endParaRPr lang="ru-RU"/>
        </a:p>
      </dgm:t>
    </dgm:pt>
    <dgm:pt modelId="{16069F65-4515-4EA8-8EAC-2B651BA33EE1}" type="sibTrans" cxnId="{4728576A-7E06-499D-9109-D62DCF83189F}">
      <dgm:prSet/>
      <dgm:spPr/>
      <dgm:t>
        <a:bodyPr/>
        <a:lstStyle/>
        <a:p>
          <a:endParaRPr lang="ru-RU"/>
        </a:p>
      </dgm:t>
    </dgm:pt>
    <dgm:pt modelId="{DC2E4A70-4962-4810-AEB2-610360114E91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D5515433-54A7-4AE0-89B0-DE14EBCD393D}" type="parTrans" cxnId="{23596AF7-C408-45DC-9FEB-60E73E9BF08B}">
      <dgm:prSet/>
      <dgm:spPr/>
      <dgm:t>
        <a:bodyPr/>
        <a:lstStyle/>
        <a:p>
          <a:endParaRPr lang="ru-RU"/>
        </a:p>
      </dgm:t>
    </dgm:pt>
    <dgm:pt modelId="{CBE252F0-BDF2-4652-B4A5-E8E0A5BDCD9E}" type="sibTrans" cxnId="{23596AF7-C408-45DC-9FEB-60E73E9BF08B}">
      <dgm:prSet/>
      <dgm:spPr/>
      <dgm:t>
        <a:bodyPr/>
        <a:lstStyle/>
        <a:p>
          <a:endParaRPr lang="ru-RU"/>
        </a:p>
      </dgm:t>
    </dgm:pt>
    <dgm:pt modelId="{A95449E9-8760-4361-9459-04FCEEB1A875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B87F7129-0E54-4198-B056-928BF7D0CB40}" type="parTrans" cxnId="{711C5AB1-BA62-4BB3-BD2D-40334E8E440D}">
      <dgm:prSet/>
      <dgm:spPr/>
      <dgm:t>
        <a:bodyPr/>
        <a:lstStyle/>
        <a:p>
          <a:endParaRPr lang="ru-RU"/>
        </a:p>
      </dgm:t>
    </dgm:pt>
    <dgm:pt modelId="{E73B632B-BB4E-4E02-AE00-DB675980FDF7}" type="sibTrans" cxnId="{711C5AB1-BA62-4BB3-BD2D-40334E8E440D}">
      <dgm:prSet/>
      <dgm:spPr/>
      <dgm:t>
        <a:bodyPr/>
        <a:lstStyle/>
        <a:p>
          <a:endParaRPr lang="ru-RU"/>
        </a:p>
      </dgm:t>
    </dgm:pt>
    <dgm:pt modelId="{DC3D0DD9-E455-435C-89FB-A6541E2D47E9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966C5567-0020-44F7-97C2-1A6179375B6B}" type="parTrans" cxnId="{A976C9AA-36FB-4AB0-94C7-93EE90CD7D2D}">
      <dgm:prSet/>
      <dgm:spPr/>
      <dgm:t>
        <a:bodyPr/>
        <a:lstStyle/>
        <a:p>
          <a:endParaRPr lang="ru-RU"/>
        </a:p>
      </dgm:t>
    </dgm:pt>
    <dgm:pt modelId="{D659FEC6-6DA6-4008-8F8D-8F19E98A91CF}" type="sibTrans" cxnId="{A976C9AA-36FB-4AB0-94C7-93EE90CD7D2D}">
      <dgm:prSet/>
      <dgm:spPr/>
      <dgm:t>
        <a:bodyPr/>
        <a:lstStyle/>
        <a:p>
          <a:endParaRPr lang="ru-RU"/>
        </a:p>
      </dgm:t>
    </dgm:pt>
    <dgm:pt modelId="{177A6A29-B5CF-45FB-9989-8C6BC6E3368A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3</a:t>
          </a:r>
        </a:p>
      </dgm:t>
    </dgm:pt>
    <dgm:pt modelId="{163D27F8-1867-4A18-9370-7F5A5E62C16D}" type="parTrans" cxnId="{B18C44B3-53EC-4A69-8008-DAA1C99E4F43}">
      <dgm:prSet/>
      <dgm:spPr/>
      <dgm:t>
        <a:bodyPr/>
        <a:lstStyle/>
        <a:p>
          <a:endParaRPr lang="ru-RU"/>
        </a:p>
      </dgm:t>
    </dgm:pt>
    <dgm:pt modelId="{AF36CDCC-EA78-4FC4-BF42-6847A696C3B7}" type="sibTrans" cxnId="{B18C44B3-53EC-4A69-8008-DAA1C99E4F43}">
      <dgm:prSet/>
      <dgm:spPr/>
      <dgm:t>
        <a:bodyPr/>
        <a:lstStyle/>
        <a:p>
          <a:endParaRPr lang="ru-RU"/>
        </a:p>
      </dgm:t>
    </dgm:pt>
    <dgm:pt modelId="{7F3C21C0-0039-407A-8293-B92BBA6F369E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F9224E6B-E96C-47C1-8AC6-BC54B4398425}" type="parTrans" cxnId="{CDFEA63F-2876-4610-86FB-3A6E692FCED2}">
      <dgm:prSet/>
      <dgm:spPr/>
      <dgm:t>
        <a:bodyPr/>
        <a:lstStyle/>
        <a:p>
          <a:endParaRPr lang="ru-RU"/>
        </a:p>
      </dgm:t>
    </dgm:pt>
    <dgm:pt modelId="{2DA181AA-1401-41FA-91F4-13B664F31F3B}" type="sibTrans" cxnId="{CDFEA63F-2876-4610-86FB-3A6E692FCED2}">
      <dgm:prSet/>
      <dgm:spPr/>
      <dgm:t>
        <a:bodyPr/>
        <a:lstStyle/>
        <a:p>
          <a:endParaRPr lang="ru-RU"/>
        </a:p>
      </dgm:t>
    </dgm:pt>
    <dgm:pt modelId="{D2DBF182-73DE-4890-990C-47A7E2DD3D1C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Этап 4</a:t>
          </a:r>
        </a:p>
      </dgm:t>
    </dgm:pt>
    <dgm:pt modelId="{2D6ABC2F-289E-470F-950D-D6FAFBB615C7}" type="parTrans" cxnId="{6A25BAB3-B8F3-46DC-AFAA-FF5AECACB4E9}">
      <dgm:prSet/>
      <dgm:spPr/>
      <dgm:t>
        <a:bodyPr/>
        <a:lstStyle/>
        <a:p>
          <a:endParaRPr lang="ru-RU"/>
        </a:p>
      </dgm:t>
    </dgm:pt>
    <dgm:pt modelId="{B1DB4936-DDBB-4CB4-8995-1700BA9A0629}" type="sibTrans" cxnId="{6A25BAB3-B8F3-46DC-AFAA-FF5AECACB4E9}">
      <dgm:prSet/>
      <dgm:spPr/>
      <dgm:t>
        <a:bodyPr/>
        <a:lstStyle/>
        <a:p>
          <a:endParaRPr lang="ru-RU"/>
        </a:p>
      </dgm:t>
    </dgm:pt>
    <dgm:pt modelId="{EE7CA6B5-C50F-401F-953E-C9C5E4AC03EA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44069ECB-1EF0-494E-9F95-832FE84505E9}" type="parTrans" cxnId="{B8E91CC3-2075-4B10-A8A8-3ED51828AAC5}">
      <dgm:prSet/>
      <dgm:spPr/>
      <dgm:t>
        <a:bodyPr/>
        <a:lstStyle/>
        <a:p>
          <a:endParaRPr lang="ru-RU"/>
        </a:p>
      </dgm:t>
    </dgm:pt>
    <dgm:pt modelId="{27B9AEC0-C063-45FB-9DD3-61621AE572CE}" type="sibTrans" cxnId="{B8E91CC3-2075-4B10-A8A8-3ED51828AAC5}">
      <dgm:prSet/>
      <dgm:spPr/>
      <dgm:t>
        <a:bodyPr/>
        <a:lstStyle/>
        <a:p>
          <a:endParaRPr lang="ru-RU"/>
        </a:p>
      </dgm:t>
    </dgm:pt>
    <dgm:pt modelId="{90F47B81-59E8-4CFC-A644-3F6948FB51A4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EEF64EEF-3BA0-40CE-A9C3-4A361941A090}" type="parTrans" cxnId="{DBACA85A-2F7D-4B61-ACB9-9CF453E890DE}">
      <dgm:prSet/>
      <dgm:spPr/>
      <dgm:t>
        <a:bodyPr/>
        <a:lstStyle/>
        <a:p>
          <a:endParaRPr lang="ru-RU"/>
        </a:p>
      </dgm:t>
    </dgm:pt>
    <dgm:pt modelId="{7F2E802B-B5FE-4AC2-BC1D-EFC38E494236}" type="sibTrans" cxnId="{DBACA85A-2F7D-4B61-ACB9-9CF453E890DE}">
      <dgm:prSet/>
      <dgm:spPr/>
      <dgm:t>
        <a:bodyPr/>
        <a:lstStyle/>
        <a:p>
          <a:endParaRPr lang="ru-RU"/>
        </a:p>
      </dgm:t>
    </dgm:pt>
    <dgm:pt modelId="{0F94AE7C-2216-4057-AADA-A6B4C7E0C751}">
      <dgm:prSet phldrT="[Текст]"/>
      <dgm:spPr/>
      <dgm:t>
        <a:bodyPr/>
        <a:lstStyle/>
        <a:p>
          <a:r>
            <a:rPr lang="ru-RU" dirty="0"/>
            <a:t>Что-то делаем</a:t>
          </a:r>
        </a:p>
      </dgm:t>
    </dgm:pt>
    <dgm:pt modelId="{EAA01054-64DC-49C8-BB5A-1CF26D7801AC}" type="parTrans" cxnId="{38A455EB-1815-48AC-A06C-CE59A4B91259}">
      <dgm:prSet/>
      <dgm:spPr/>
      <dgm:t>
        <a:bodyPr/>
        <a:lstStyle/>
        <a:p>
          <a:endParaRPr lang="ru-RU"/>
        </a:p>
      </dgm:t>
    </dgm:pt>
    <dgm:pt modelId="{56E7BED8-8102-4B46-A5F4-51BA936E86A9}" type="sibTrans" cxnId="{38A455EB-1815-48AC-A06C-CE59A4B91259}">
      <dgm:prSet/>
      <dgm:spPr/>
      <dgm:t>
        <a:bodyPr/>
        <a:lstStyle/>
        <a:p>
          <a:endParaRPr lang="ru-RU"/>
        </a:p>
      </dgm:t>
    </dgm:pt>
    <dgm:pt modelId="{FA875D33-6294-4415-8BF0-93F9C639C018}" type="pres">
      <dgm:prSet presAssocID="{48E39E26-4498-4D66-9ACE-D147A05BBA18}" presName="linear" presStyleCnt="0">
        <dgm:presLayoutVars>
          <dgm:animLvl val="lvl"/>
          <dgm:resizeHandles val="exact"/>
        </dgm:presLayoutVars>
      </dgm:prSet>
      <dgm:spPr/>
    </dgm:pt>
    <dgm:pt modelId="{8A0D57C4-41B0-42B4-965F-0892EEC3EC24}" type="pres">
      <dgm:prSet presAssocID="{B890F178-2207-4E77-941A-BA9290FC91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42FB99-3407-4F2D-9C93-035C8035B143}" type="pres">
      <dgm:prSet presAssocID="{B890F178-2207-4E77-941A-BA9290FC9135}" presName="childText" presStyleLbl="revTx" presStyleIdx="0" presStyleCnt="4">
        <dgm:presLayoutVars>
          <dgm:bulletEnabled val="1"/>
        </dgm:presLayoutVars>
      </dgm:prSet>
      <dgm:spPr/>
    </dgm:pt>
    <dgm:pt modelId="{5E1554EA-31D7-4820-A418-76BE800A2643}" type="pres">
      <dgm:prSet presAssocID="{CBB83EAD-CF02-4DB1-9C37-A8A0F2124D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582F5B-AAE7-4A33-A120-6884B84CE253}" type="pres">
      <dgm:prSet presAssocID="{CBB83EAD-CF02-4DB1-9C37-A8A0F2124D78}" presName="childText" presStyleLbl="revTx" presStyleIdx="1" presStyleCnt="4">
        <dgm:presLayoutVars>
          <dgm:bulletEnabled val="1"/>
        </dgm:presLayoutVars>
      </dgm:prSet>
      <dgm:spPr/>
    </dgm:pt>
    <dgm:pt modelId="{855E81DD-AD3D-4E21-AA22-FAF1C29CEC76}" type="pres">
      <dgm:prSet presAssocID="{177A6A29-B5CF-45FB-9989-8C6BC6E336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2E65CF-C064-4E46-8A2A-ECFB31624F7F}" type="pres">
      <dgm:prSet presAssocID="{177A6A29-B5CF-45FB-9989-8C6BC6E3368A}" presName="childText" presStyleLbl="revTx" presStyleIdx="2" presStyleCnt="4">
        <dgm:presLayoutVars>
          <dgm:bulletEnabled val="1"/>
        </dgm:presLayoutVars>
      </dgm:prSet>
      <dgm:spPr/>
    </dgm:pt>
    <dgm:pt modelId="{D931C4D6-FE99-48F0-8614-A2DFC2C85A61}" type="pres">
      <dgm:prSet presAssocID="{D2DBF182-73DE-4890-990C-47A7E2DD3D1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6220788-0FB0-4C54-975C-54A6DBFBD183}" type="pres">
      <dgm:prSet presAssocID="{D2DBF182-73DE-4890-990C-47A7E2DD3D1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AC11A0D-2A5B-4F2A-9EA0-26C63786B8B1}" type="presOf" srcId="{A95449E9-8760-4361-9459-04FCEEB1A875}" destId="{3542FB99-3407-4F2D-9C93-035C8035B143}" srcOrd="0" destOrd="1" presId="urn:microsoft.com/office/officeart/2005/8/layout/vList2"/>
    <dgm:cxn modelId="{D0BCEC25-C965-44D7-B674-195079B7FBA4}" type="presOf" srcId="{CBB83EAD-CF02-4DB1-9C37-A8A0F2124D78}" destId="{5E1554EA-31D7-4820-A418-76BE800A2643}" srcOrd="0" destOrd="0" presId="urn:microsoft.com/office/officeart/2005/8/layout/vList2"/>
    <dgm:cxn modelId="{8FB6602F-67DF-4A40-8948-D05186E598B4}" type="presOf" srcId="{D2DBF182-73DE-4890-990C-47A7E2DD3D1C}" destId="{D931C4D6-FE99-48F0-8614-A2DFC2C85A61}" srcOrd="0" destOrd="0" presId="urn:microsoft.com/office/officeart/2005/8/layout/vList2"/>
    <dgm:cxn modelId="{CDFEA63F-2876-4610-86FB-3A6E692FCED2}" srcId="{177A6A29-B5CF-45FB-9989-8C6BC6E3368A}" destId="{7F3C21C0-0039-407A-8293-B92BBA6F369E}" srcOrd="0" destOrd="0" parTransId="{F9224E6B-E96C-47C1-8AC6-BC54B4398425}" sibTransId="{2DA181AA-1401-41FA-91F4-13B664F31F3B}"/>
    <dgm:cxn modelId="{6A60AF5C-24F2-4E52-9C78-259D52E654A5}" type="presOf" srcId="{EE7CA6B5-C50F-401F-953E-C9C5E4AC03EA}" destId="{01582F5B-AAE7-4A33-A120-6884B84CE253}" srcOrd="0" destOrd="1" presId="urn:microsoft.com/office/officeart/2005/8/layout/vList2"/>
    <dgm:cxn modelId="{192F495E-55CE-4C50-8EB5-2677D1C0DC7F}" type="presOf" srcId="{B890F178-2207-4E77-941A-BA9290FC9135}" destId="{8A0D57C4-41B0-42B4-965F-0892EEC3EC24}" srcOrd="0" destOrd="0" presId="urn:microsoft.com/office/officeart/2005/8/layout/vList2"/>
    <dgm:cxn modelId="{4728576A-7E06-499D-9109-D62DCF83189F}" srcId="{48E39E26-4498-4D66-9ACE-D147A05BBA18}" destId="{CBB83EAD-CF02-4DB1-9C37-A8A0F2124D78}" srcOrd="1" destOrd="0" parTransId="{2351BF96-9D81-46F0-8819-2CD9C3FF03C4}" sibTransId="{16069F65-4515-4EA8-8EAC-2B651BA33EE1}"/>
    <dgm:cxn modelId="{DBACA85A-2F7D-4B61-ACB9-9CF453E890DE}" srcId="{177A6A29-B5CF-45FB-9989-8C6BC6E3368A}" destId="{90F47B81-59E8-4CFC-A644-3F6948FB51A4}" srcOrd="1" destOrd="0" parTransId="{EEF64EEF-3BA0-40CE-A9C3-4A361941A090}" sibTransId="{7F2E802B-B5FE-4AC2-BC1D-EFC38E494236}"/>
    <dgm:cxn modelId="{3630387F-ACA1-453E-81A1-604008138BAB}" type="presOf" srcId="{90F47B81-59E8-4CFC-A644-3F6948FB51A4}" destId="{F62E65CF-C064-4E46-8A2A-ECFB31624F7F}" srcOrd="0" destOrd="1" presId="urn:microsoft.com/office/officeart/2005/8/layout/vList2"/>
    <dgm:cxn modelId="{A390957F-2246-49FE-8BC6-603A00E00CE2}" type="presOf" srcId="{48E39E26-4498-4D66-9ACE-D147A05BBA18}" destId="{FA875D33-6294-4415-8BF0-93F9C639C018}" srcOrd="0" destOrd="0" presId="urn:microsoft.com/office/officeart/2005/8/layout/vList2"/>
    <dgm:cxn modelId="{816AB191-E055-49B5-9954-C68D23FBDE8E}" type="presOf" srcId="{C076E7CD-DE72-40A9-B02D-BB0144FFDDF4}" destId="{3542FB99-3407-4F2D-9C93-035C8035B143}" srcOrd="0" destOrd="0" presId="urn:microsoft.com/office/officeart/2005/8/layout/vList2"/>
    <dgm:cxn modelId="{B6111C9D-5742-40E2-A429-EFAA79BD3281}" type="presOf" srcId="{177A6A29-B5CF-45FB-9989-8C6BC6E3368A}" destId="{855E81DD-AD3D-4E21-AA22-FAF1C29CEC76}" srcOrd="0" destOrd="0" presId="urn:microsoft.com/office/officeart/2005/8/layout/vList2"/>
    <dgm:cxn modelId="{A976C9AA-36FB-4AB0-94C7-93EE90CD7D2D}" srcId="{D2DBF182-73DE-4890-990C-47A7E2DD3D1C}" destId="{DC3D0DD9-E455-435C-89FB-A6541E2D47E9}" srcOrd="0" destOrd="0" parTransId="{966C5567-0020-44F7-97C2-1A6179375B6B}" sibTransId="{D659FEC6-6DA6-4008-8F8D-8F19E98A91CF}"/>
    <dgm:cxn modelId="{711C5AB1-BA62-4BB3-BD2D-40334E8E440D}" srcId="{B890F178-2207-4E77-941A-BA9290FC9135}" destId="{A95449E9-8760-4361-9459-04FCEEB1A875}" srcOrd="1" destOrd="0" parTransId="{B87F7129-0E54-4198-B056-928BF7D0CB40}" sibTransId="{E73B632B-BB4E-4E02-AE00-DB675980FDF7}"/>
    <dgm:cxn modelId="{B18C44B3-53EC-4A69-8008-DAA1C99E4F43}" srcId="{48E39E26-4498-4D66-9ACE-D147A05BBA18}" destId="{177A6A29-B5CF-45FB-9989-8C6BC6E3368A}" srcOrd="2" destOrd="0" parTransId="{163D27F8-1867-4A18-9370-7F5A5E62C16D}" sibTransId="{AF36CDCC-EA78-4FC4-BF42-6847A696C3B7}"/>
    <dgm:cxn modelId="{6A25BAB3-B8F3-46DC-AFAA-FF5AECACB4E9}" srcId="{48E39E26-4498-4D66-9ACE-D147A05BBA18}" destId="{D2DBF182-73DE-4890-990C-47A7E2DD3D1C}" srcOrd="3" destOrd="0" parTransId="{2D6ABC2F-289E-470F-950D-D6FAFBB615C7}" sibTransId="{B1DB4936-DDBB-4CB4-8995-1700BA9A0629}"/>
    <dgm:cxn modelId="{B8E91CC3-2075-4B10-A8A8-3ED51828AAC5}" srcId="{CBB83EAD-CF02-4DB1-9C37-A8A0F2124D78}" destId="{EE7CA6B5-C50F-401F-953E-C9C5E4AC03EA}" srcOrd="1" destOrd="0" parTransId="{44069ECB-1EF0-494E-9F95-832FE84505E9}" sibTransId="{27B9AEC0-C063-45FB-9DD3-61621AE572CE}"/>
    <dgm:cxn modelId="{291F65C8-2C95-44C2-B5B3-61AB2AF4C061}" type="presOf" srcId="{7F3C21C0-0039-407A-8293-B92BBA6F369E}" destId="{F62E65CF-C064-4E46-8A2A-ECFB31624F7F}" srcOrd="0" destOrd="0" presId="urn:microsoft.com/office/officeart/2005/8/layout/vList2"/>
    <dgm:cxn modelId="{F05B04D2-90FB-44BD-88C1-FFE04BA6D884}" srcId="{48E39E26-4498-4D66-9ACE-D147A05BBA18}" destId="{B890F178-2207-4E77-941A-BA9290FC9135}" srcOrd="0" destOrd="0" parTransId="{12FB196E-507C-44AD-8284-AD02ABE0B653}" sibTransId="{2F05576B-D3E1-4CA2-BA6A-56121E80F8BA}"/>
    <dgm:cxn modelId="{3501D7D2-638E-4D81-AC47-E9AF7A97C90A}" type="presOf" srcId="{DC2E4A70-4962-4810-AEB2-610360114E91}" destId="{01582F5B-AAE7-4A33-A120-6884B84CE253}" srcOrd="0" destOrd="0" presId="urn:microsoft.com/office/officeart/2005/8/layout/vList2"/>
    <dgm:cxn modelId="{DD5F60DA-B649-4075-AB7F-D7920E639D9E}" type="presOf" srcId="{0F94AE7C-2216-4057-AADA-A6B4C7E0C751}" destId="{E6220788-0FB0-4C54-975C-54A6DBFBD183}" srcOrd="0" destOrd="1" presId="urn:microsoft.com/office/officeart/2005/8/layout/vList2"/>
    <dgm:cxn modelId="{38A455EB-1815-48AC-A06C-CE59A4B91259}" srcId="{D2DBF182-73DE-4890-990C-47A7E2DD3D1C}" destId="{0F94AE7C-2216-4057-AADA-A6B4C7E0C751}" srcOrd="1" destOrd="0" parTransId="{EAA01054-64DC-49C8-BB5A-1CF26D7801AC}" sibTransId="{56E7BED8-8102-4B46-A5F4-51BA936E86A9}"/>
    <dgm:cxn modelId="{4135D8EC-5968-4101-940B-AF13588704DA}" srcId="{B890F178-2207-4E77-941A-BA9290FC9135}" destId="{C076E7CD-DE72-40A9-B02D-BB0144FFDDF4}" srcOrd="0" destOrd="0" parTransId="{AC932AC5-7C10-405E-BB32-B9E25BF0A2B5}" sibTransId="{D2A83FA3-FBF2-4C6D-B4F1-DD6903B25802}"/>
    <dgm:cxn modelId="{EC30E7F1-C4E5-42DD-BCA2-80B50C97041E}" type="presOf" srcId="{DC3D0DD9-E455-435C-89FB-A6541E2D47E9}" destId="{E6220788-0FB0-4C54-975C-54A6DBFBD183}" srcOrd="0" destOrd="0" presId="urn:microsoft.com/office/officeart/2005/8/layout/vList2"/>
    <dgm:cxn modelId="{23596AF7-C408-45DC-9FEB-60E73E9BF08B}" srcId="{CBB83EAD-CF02-4DB1-9C37-A8A0F2124D78}" destId="{DC2E4A70-4962-4810-AEB2-610360114E91}" srcOrd="0" destOrd="0" parTransId="{D5515433-54A7-4AE0-89B0-DE14EBCD393D}" sibTransId="{CBE252F0-BDF2-4652-B4A5-E8E0A5BDCD9E}"/>
    <dgm:cxn modelId="{16FBD6FF-F825-48BD-9BE7-BD9CB36CBA41}" type="presParOf" srcId="{FA875D33-6294-4415-8BF0-93F9C639C018}" destId="{8A0D57C4-41B0-42B4-965F-0892EEC3EC24}" srcOrd="0" destOrd="0" presId="urn:microsoft.com/office/officeart/2005/8/layout/vList2"/>
    <dgm:cxn modelId="{4EBC5614-ADE0-4EEC-9B83-589752BE8676}" type="presParOf" srcId="{FA875D33-6294-4415-8BF0-93F9C639C018}" destId="{3542FB99-3407-4F2D-9C93-035C8035B143}" srcOrd="1" destOrd="0" presId="urn:microsoft.com/office/officeart/2005/8/layout/vList2"/>
    <dgm:cxn modelId="{11B396B0-1DF2-48D1-A05B-B22453D834F5}" type="presParOf" srcId="{FA875D33-6294-4415-8BF0-93F9C639C018}" destId="{5E1554EA-31D7-4820-A418-76BE800A2643}" srcOrd="2" destOrd="0" presId="urn:microsoft.com/office/officeart/2005/8/layout/vList2"/>
    <dgm:cxn modelId="{CCFCCE16-B8A5-4998-B395-5A0709C2DF74}" type="presParOf" srcId="{FA875D33-6294-4415-8BF0-93F9C639C018}" destId="{01582F5B-AAE7-4A33-A120-6884B84CE253}" srcOrd="3" destOrd="0" presId="urn:microsoft.com/office/officeart/2005/8/layout/vList2"/>
    <dgm:cxn modelId="{09C00EC6-C3E8-4889-B9E1-CC73CF199279}" type="presParOf" srcId="{FA875D33-6294-4415-8BF0-93F9C639C018}" destId="{855E81DD-AD3D-4E21-AA22-FAF1C29CEC76}" srcOrd="4" destOrd="0" presId="urn:microsoft.com/office/officeart/2005/8/layout/vList2"/>
    <dgm:cxn modelId="{D4E5B721-C825-49AA-97F9-32512A02FC07}" type="presParOf" srcId="{FA875D33-6294-4415-8BF0-93F9C639C018}" destId="{F62E65CF-C064-4E46-8A2A-ECFB31624F7F}" srcOrd="5" destOrd="0" presId="urn:microsoft.com/office/officeart/2005/8/layout/vList2"/>
    <dgm:cxn modelId="{F2C18090-5316-4BF6-8D55-4B5319E41576}" type="presParOf" srcId="{FA875D33-6294-4415-8BF0-93F9C639C018}" destId="{D931C4D6-FE99-48F0-8614-A2DFC2C85A61}" srcOrd="6" destOrd="0" presId="urn:microsoft.com/office/officeart/2005/8/layout/vList2"/>
    <dgm:cxn modelId="{29AEAB63-7CC9-4C10-B2DE-3FC9A5BDBB60}" type="presParOf" srcId="{FA875D33-6294-4415-8BF0-93F9C639C018}" destId="{E6220788-0FB0-4C54-975C-54A6DBFBD18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D57C4-41B0-42B4-965F-0892EEC3EC24}">
      <dsp:nvSpPr>
        <dsp:cNvPr id="0" name=""/>
        <dsp:cNvSpPr/>
      </dsp:nvSpPr>
      <dsp:spPr>
        <a:xfrm>
          <a:off x="0" y="35243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1</a:t>
          </a:r>
        </a:p>
      </dsp:txBody>
      <dsp:txXfrm>
        <a:off x="25188" y="60431"/>
        <a:ext cx="10465223" cy="465594"/>
      </dsp:txXfrm>
    </dsp:sp>
    <dsp:sp modelId="{3542FB99-3407-4F2D-9C93-035C8035B143}">
      <dsp:nvSpPr>
        <dsp:cNvPr id="0" name=""/>
        <dsp:cNvSpPr/>
      </dsp:nvSpPr>
      <dsp:spPr>
        <a:xfrm>
          <a:off x="0" y="551213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551213"/>
        <a:ext cx="10515599" cy="554242"/>
      </dsp:txXfrm>
    </dsp:sp>
    <dsp:sp modelId="{5E1554EA-31D7-4820-A418-76BE800A2643}">
      <dsp:nvSpPr>
        <dsp:cNvPr id="0" name=""/>
        <dsp:cNvSpPr/>
      </dsp:nvSpPr>
      <dsp:spPr>
        <a:xfrm>
          <a:off x="0" y="1105456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2</a:t>
          </a:r>
        </a:p>
      </dsp:txBody>
      <dsp:txXfrm>
        <a:off x="25188" y="1130644"/>
        <a:ext cx="10465223" cy="465594"/>
      </dsp:txXfrm>
    </dsp:sp>
    <dsp:sp modelId="{01582F5B-AAE7-4A33-A120-6884B84CE253}">
      <dsp:nvSpPr>
        <dsp:cNvPr id="0" name=""/>
        <dsp:cNvSpPr/>
      </dsp:nvSpPr>
      <dsp:spPr>
        <a:xfrm>
          <a:off x="0" y="1621426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1621426"/>
        <a:ext cx="10515599" cy="554242"/>
      </dsp:txXfrm>
    </dsp:sp>
    <dsp:sp modelId="{855E81DD-AD3D-4E21-AA22-FAF1C29CEC76}">
      <dsp:nvSpPr>
        <dsp:cNvPr id="0" name=""/>
        <dsp:cNvSpPr/>
      </dsp:nvSpPr>
      <dsp:spPr>
        <a:xfrm>
          <a:off x="0" y="2175669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3</a:t>
          </a:r>
        </a:p>
      </dsp:txBody>
      <dsp:txXfrm>
        <a:off x="25188" y="2200857"/>
        <a:ext cx="10465223" cy="465594"/>
      </dsp:txXfrm>
    </dsp:sp>
    <dsp:sp modelId="{F62E65CF-C064-4E46-8A2A-ECFB31624F7F}">
      <dsp:nvSpPr>
        <dsp:cNvPr id="0" name=""/>
        <dsp:cNvSpPr/>
      </dsp:nvSpPr>
      <dsp:spPr>
        <a:xfrm>
          <a:off x="0" y="2691639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2691639"/>
        <a:ext cx="10515599" cy="554242"/>
      </dsp:txXfrm>
    </dsp:sp>
    <dsp:sp modelId="{D931C4D6-FE99-48F0-8614-A2DFC2C85A61}">
      <dsp:nvSpPr>
        <dsp:cNvPr id="0" name=""/>
        <dsp:cNvSpPr/>
      </dsp:nvSpPr>
      <dsp:spPr>
        <a:xfrm>
          <a:off x="0" y="3245881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Этап 4</a:t>
          </a:r>
        </a:p>
      </dsp:txBody>
      <dsp:txXfrm>
        <a:off x="25188" y="3271069"/>
        <a:ext cx="10465223" cy="465594"/>
      </dsp:txXfrm>
    </dsp:sp>
    <dsp:sp modelId="{E6220788-0FB0-4C54-975C-54A6DBFBD183}">
      <dsp:nvSpPr>
        <dsp:cNvPr id="0" name=""/>
        <dsp:cNvSpPr/>
      </dsp:nvSpPr>
      <dsp:spPr>
        <a:xfrm>
          <a:off x="0" y="3761851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/>
            <a:t>Что-то делаем</a:t>
          </a:r>
        </a:p>
      </dsp:txBody>
      <dsp:txXfrm>
        <a:off x="0" y="3761851"/>
        <a:ext cx="10515599" cy="554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BF8D7-7D65-6B5A-20FC-45B7B3C6B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95B847-1229-E977-7F1D-C6A15110F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4E1AF-2D9F-7B9D-0134-491B8154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3D0A5-8143-1E42-6B2F-F0DC9782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75C5CE-2822-E463-79A0-AC4B20A7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04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0BFDF-501E-CBB3-AB5D-3E2F9B0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6056F7-0F92-9339-1CD0-3591137D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11CCCE-F67E-FA4E-B2DA-3231BA83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A4BA3A-B44B-AFC3-CB76-08B52B0C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CC0A3-F7D3-02B6-DF4C-378803A2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78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20008-A163-2388-3C54-D34648A9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E19832-4556-7582-FE17-4E27205F7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74078-52CE-3BE3-BAF3-63C11B10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E76490-B8D4-C96A-C6CE-800FBE43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B8182-89D3-0D7E-905E-489FDF88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54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E6899-8AA3-0356-0BD0-7F075428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9571AC-ADC0-010B-C47D-718DDDDF5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8EE0BD-21F4-A35C-0AD4-370E79D42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B0D078-F929-1847-9453-71E33CE9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9F01EF-AD8E-8AEC-51AD-CCB58D1D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596FC5-2E9C-B222-C10B-6E53E2B4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1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5ECA9-6E15-8FFC-233E-C4A5FDFE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5E52EC-929D-81DA-8B50-9670CCA62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6980AD-E49E-C11E-2054-84453FB42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F16B41-3715-EC07-AE4B-649EA5B8E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0427E1-FEF8-1944-9713-413268F3C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68142C-863C-F0B7-E575-FFD47CD8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7054372-EADB-A3C3-B4D9-AE7FD497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983A0C-BB09-03AB-C5EA-71C6C305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87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CBDF9-3359-7417-D91C-C341FFF8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E5D99C-BA71-D36A-A565-A6028C1F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0AC4A7-5FFD-EB1C-44E2-0D9D295E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282060-9486-180A-80EE-D9B16148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0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4949EC-EDC5-9F28-3CBF-1AC80EC1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10165-C3D3-B601-D5AB-15CC7835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CC292-BF7E-A6D3-B815-3AA3B263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09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34D6D-4FF2-4A6B-C7A2-B734114A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A4EABC-590F-20FA-9B1D-48BB9AB66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9B8E0C-8BC1-A1F2-F90A-7853D9453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BAAE1D-73EA-DEDB-AD85-02C5F992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AD6D13-9E52-3E61-3CE3-03EBEF70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2D8711-8620-841E-C247-A2DABDB9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73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521B4-858E-9ACC-4299-82119AB5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9278CA-A354-B9F1-C91E-85349BFA4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B9C392-BC41-0975-B95B-9E50F978D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FD42EC-C5F0-1D0A-4531-CC10EAEB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01EF60-EDCC-C006-E01B-0F52BBFA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9360EC-94AB-F2F6-3E48-EA6A156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6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CE643-EEEB-D434-148A-A20B4DDE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66068D-3720-DD30-80B7-8EB353200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53C069-F924-5B88-5EB4-818CE401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AD187-F775-0F3E-1A48-C78FC541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62A3E0-C51A-FF99-9C47-03E26298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8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3CF62E-653D-50BE-5623-9D0EAD484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10264C-FD97-1F4A-D548-082E8CFC3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FC9E7C-BBBB-E71E-45F0-25476FDA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495F81-5C28-7F3F-E7C6-7EDE2DBA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89D488-ACEC-2D36-AC9A-E5F3F4FB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7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C7166-B1E9-9A96-B130-AE79D702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F8C7A9-A374-4AE5-9384-5E029AB2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10355E-F468-A5D3-7260-36285C81C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9060A-4EA2-42E6-B79A-9F1E311C12CC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242A6E-F361-DC2A-2C25-7B34A40F1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23F2D-8464-D8B9-90BA-1889E00E1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76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erviy-vestnik.ru/literatura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tudent@yandex.r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39C9A-3A08-F635-5EE5-209A8F7D9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1077"/>
            <a:ext cx="9144000" cy="937585"/>
          </a:xfrm>
        </p:spPr>
        <p:txBody>
          <a:bodyPr>
            <a:normAutofit/>
          </a:bodyPr>
          <a:lstStyle/>
          <a:p>
            <a:r>
              <a:rPr lang="ru-RU" dirty="0"/>
              <a:t>Название</a:t>
            </a:r>
            <a:r>
              <a:rPr lang="en-US" dirty="0"/>
              <a:t> </a:t>
            </a:r>
            <a:r>
              <a:rPr lang="ru-RU" dirty="0"/>
              <a:t>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9A4A0-22F7-0A64-BD94-AF9C09C2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084" y="3602038"/>
            <a:ext cx="5385916" cy="3255962"/>
          </a:xfrm>
        </p:spPr>
        <p:txBody>
          <a:bodyPr>
            <a:normAutofit/>
          </a:bodyPr>
          <a:lstStyle/>
          <a:p>
            <a:pPr algn="l"/>
            <a:r>
              <a:rPr lang="ru-RU" sz="2000" dirty="0"/>
              <a:t>Проект выполнил(а):</a:t>
            </a:r>
            <a:endParaRPr lang="en-US" sz="2000" dirty="0"/>
          </a:p>
          <a:p>
            <a:pPr algn="l"/>
            <a:r>
              <a:rPr lang="ru-RU" sz="2000" b="1" dirty="0"/>
              <a:t>Фамилия Имя Отчество</a:t>
            </a:r>
          </a:p>
          <a:p>
            <a:pPr algn="l"/>
            <a:r>
              <a:rPr lang="ru-RU" sz="2000" b="1" dirty="0"/>
              <a:t>Фамилия Имя Отчество</a:t>
            </a:r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Яндекс Лицей</a:t>
            </a:r>
          </a:p>
          <a:p>
            <a:pPr algn="l"/>
            <a:r>
              <a:rPr lang="ru-RU" sz="2000" dirty="0"/>
              <a:t>Группа №_ Год 2</a:t>
            </a:r>
          </a:p>
          <a:p>
            <a:pPr algn="l"/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1562E5-83F9-DC2F-036F-A75EB3628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6661" y="0"/>
            <a:ext cx="1605339" cy="1134677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ECD6D2A-97E6-3744-CA49-FE20F0E38411}"/>
              </a:ext>
            </a:extLst>
          </p:cNvPr>
          <p:cNvSpPr txBox="1">
            <a:spLocks/>
          </p:cNvSpPr>
          <p:nvPr/>
        </p:nvSpPr>
        <p:spPr>
          <a:xfrm>
            <a:off x="1562518" y="173038"/>
            <a:ext cx="9066963" cy="11346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Федеральное государственное бюджетное образовательное учреждение</a:t>
            </a:r>
          </a:p>
          <a:p>
            <a:r>
              <a:rPr lang="ru-RU" sz="2000" dirty="0"/>
              <a:t>высшего образования «МИРЭА – Российский технологический университет»</a:t>
            </a:r>
          </a:p>
          <a:p>
            <a:r>
              <a:rPr lang="ru-RU" sz="2000" dirty="0"/>
              <a:t>Детский технопарк «Альтаир»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D510570-CFE7-2380-2E62-C3F5FFB94E5B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385916" cy="325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/>
              <a:t>Руководитель проекта</a:t>
            </a:r>
            <a:r>
              <a:rPr lang="en-US" sz="2000" dirty="0"/>
              <a:t>:</a:t>
            </a:r>
          </a:p>
          <a:p>
            <a:pPr algn="l"/>
            <a:r>
              <a:rPr lang="ru-RU" sz="2000" dirty="0"/>
              <a:t>Преподаватель ДТ «Альтаир»</a:t>
            </a:r>
          </a:p>
          <a:p>
            <a:pPr algn="l"/>
            <a:r>
              <a:rPr lang="ru-RU" sz="2000" b="1" dirty="0"/>
              <a:t>Борисов Артём Игоревич</a:t>
            </a:r>
          </a:p>
          <a:p>
            <a:pPr algn="l"/>
            <a:endParaRPr lang="ru-RU" sz="2000" dirty="0"/>
          </a:p>
          <a:p>
            <a:pPr algn="l"/>
            <a:endParaRPr lang="ru-RU" sz="2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4634E3-2BD2-8B0D-E667-DB3C37049497}"/>
              </a:ext>
            </a:extLst>
          </p:cNvPr>
          <p:cNvSpPr/>
          <p:nvPr/>
        </p:nvSpPr>
        <p:spPr>
          <a:xfrm>
            <a:off x="609600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D23FA3-B0CC-BD35-E8FF-CCB6D83622F5}"/>
              </a:ext>
            </a:extLst>
          </p:cNvPr>
          <p:cNvSpPr/>
          <p:nvPr/>
        </p:nvSpPr>
        <p:spPr>
          <a:xfrm>
            <a:off x="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эмблема, герб, символ, коро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2F5513-10EB-3349-07AB-23B3F4E16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1" y="127273"/>
            <a:ext cx="1026389" cy="11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3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/ Проблематика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>Описываем существующую проблему или потребность в современном мире. Подготавливаем слушателя к теме вашего проекта. Минимум текста, больше картинок, перечислений фактов (Указываем на основе чего сделали вывод о данной проблеме).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2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144950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Цель проекта</a:t>
            </a:r>
            <a:r>
              <a:rPr lang="en-US" sz="2000" b="1" dirty="0"/>
              <a:t>:</a:t>
            </a:r>
          </a:p>
          <a:p>
            <a:pPr marL="0" indent="452438" algn="just">
              <a:lnSpc>
                <a:spcPct val="150000"/>
              </a:lnSpc>
              <a:buNone/>
            </a:pPr>
            <a:r>
              <a:rPr lang="ru-RU" sz="2000" dirty="0"/>
              <a:t>Разработать приложение для </a:t>
            </a:r>
            <a:r>
              <a:rPr lang="ru-RU" sz="2000" i="1" dirty="0"/>
              <a:t>решения чего-то или выполнения чего-то…</a:t>
            </a:r>
            <a:endParaRPr lang="en-US" sz="2000" i="1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Задачи проекта</a:t>
            </a:r>
            <a:r>
              <a:rPr lang="en-US" sz="2000" b="1" dirty="0"/>
              <a:t>:</a:t>
            </a:r>
          </a:p>
          <a:p>
            <a:pPr marL="452438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 dirty="0"/>
              <a:t>Задача 1 …</a:t>
            </a:r>
          </a:p>
          <a:p>
            <a:pPr marL="452438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 dirty="0"/>
              <a:t>Задача 2 …	</a:t>
            </a:r>
            <a:r>
              <a:rPr lang="ru-RU" sz="2000" i="1" dirty="0"/>
              <a:t>Описываем задачи, которые помогут достичь цель</a:t>
            </a:r>
          </a:p>
          <a:p>
            <a:pPr marL="452438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 dirty="0"/>
              <a:t>Задача 3 …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3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66535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Используемое ПО и 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504008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Используемое ПО</a:t>
            </a:r>
            <a:r>
              <a:rPr lang="en-US" sz="2000" b="1" dirty="0"/>
              <a:t>:</a:t>
            </a:r>
            <a:endParaRPr lang="ru-RU" sz="20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Описываем какие программы были использованы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4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068C59-8FC4-AE27-D6F7-7A89DC193BF2}"/>
              </a:ext>
            </a:extLst>
          </p:cNvPr>
          <p:cNvSpPr txBox="1">
            <a:spLocks/>
          </p:cNvSpPr>
          <p:nvPr/>
        </p:nvSpPr>
        <p:spPr>
          <a:xfrm>
            <a:off x="6313714" y="1835673"/>
            <a:ext cx="50400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Используемые </a:t>
            </a:r>
            <a:r>
              <a:rPr lang="ru-RU" sz="2000" b="1" dirty="0" err="1"/>
              <a:t>ресур</a:t>
            </a:r>
            <a:r>
              <a:rPr lang="en-US" sz="2000" b="1" dirty="0"/>
              <a:t>:</a:t>
            </a:r>
            <a:endParaRPr lang="ru-RU" sz="20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Описываем какие ресурсы использовали. Текстуры, звуки и т.д. (откуда взяты)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7C70468-4B53-C692-D702-6DA921629237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5167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BE82D7B-BD3F-D7F4-50B3-A63A900E2F1A}"/>
              </a:ext>
            </a:extLst>
          </p:cNvPr>
          <p:cNvCxnSpPr>
            <a:cxnSpLocks/>
          </p:cNvCxnSpPr>
          <p:nvPr/>
        </p:nvCxnSpPr>
        <p:spPr>
          <a:xfrm>
            <a:off x="0" y="1690688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16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Методика</a:t>
            </a:r>
            <a:br>
              <a:rPr lang="ru-RU" dirty="0"/>
            </a:br>
            <a:r>
              <a:rPr lang="ru-RU" dirty="0"/>
              <a:t>выполнения работы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B42BDED4-9BBC-20D2-660C-CE01F4A547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389032"/>
              </p:ext>
            </p:extLst>
          </p:nvPr>
        </p:nvGraphicFramePr>
        <p:xfrm>
          <a:off x="838199" y="1835673"/>
          <a:ext cx="1051559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5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198346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Если приложение уже имеет определённый функционал, то показываем его.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Это можно растянуть на несколько слайдов. Рекомендуется не накидывать множество скриншотов на один слайд, по скриншоту растянуть почти на весь слайд.</a:t>
            </a:r>
          </a:p>
        </p:txBody>
      </p:sp>
      <p:sp>
        <p:nvSpPr>
          <p:cNvPr id="7" name="Google Shape;91;p32">
            <a:extLst>
              <a:ext uri="{FF2B5EF4-FFF2-40B4-BE49-F238E27FC236}">
                <a16:creationId xmlns:a16="http://schemas.microsoft.com/office/drawing/2014/main" id="{D9A9185A-CA8B-796F-7265-26922E58FA53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2;p32">
            <a:extLst>
              <a:ext uri="{FF2B5EF4-FFF2-40B4-BE49-F238E27FC236}">
                <a16:creationId xmlns:a16="http://schemas.microsoft.com/office/drawing/2014/main" id="{33E0BDFA-652A-405A-ACED-7FB9D2BD8F9B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6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419088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Демонстрационное видео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Сюда можно прикрепить демонстрационное видео около 1 минуты максимум. Но не забудьте изначальное видео хранить рядом с презентацией! Т.к. если при выступлении в презентации оно не запуститься, можно будет запустить его отдельно. Видео крайне рекомендуется т.к. эффективно показывает ваш результат работы (При условии если есть готовый функционал).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ru-RU" sz="2000" i="1" dirty="0"/>
              <a:t>Для записи видео можно использовать </a:t>
            </a:r>
            <a:r>
              <a:rPr lang="en-US" sz="2000" i="1" dirty="0"/>
              <a:t>OBS Studio (</a:t>
            </a:r>
            <a:r>
              <a:rPr lang="en-US" sz="2000" b="1" i="1" dirty="0"/>
              <a:t>https://obsproject.com/ru</a:t>
            </a:r>
            <a:r>
              <a:rPr lang="en-US" sz="2000" i="1" dirty="0"/>
              <a:t>) </a:t>
            </a:r>
            <a:r>
              <a:rPr lang="ru-RU" sz="2000" i="1" dirty="0"/>
              <a:t>или стандартные средства записи.</a:t>
            </a:r>
            <a:r>
              <a:rPr lang="en-US" sz="2000" i="1" dirty="0"/>
              <a:t> </a:t>
            </a:r>
            <a:r>
              <a:rPr lang="ru-RU" sz="2000" i="1" dirty="0"/>
              <a:t>Для обрезки или небольшой обработки можно использовать сайт</a:t>
            </a:r>
            <a:r>
              <a:rPr lang="en-US" sz="2000" i="1" dirty="0"/>
              <a:t>: </a:t>
            </a:r>
            <a:r>
              <a:rPr lang="en-US" sz="2000" b="1" i="1" dirty="0"/>
              <a:t>https://online-video-cutter.com/ru/</a:t>
            </a:r>
          </a:p>
        </p:txBody>
      </p:sp>
      <p:sp>
        <p:nvSpPr>
          <p:cNvPr id="7" name="Google Shape;91;p32">
            <a:extLst>
              <a:ext uri="{FF2B5EF4-FFF2-40B4-BE49-F238E27FC236}">
                <a16:creationId xmlns:a16="http://schemas.microsoft.com/office/drawing/2014/main" id="{D9A9185A-CA8B-796F-7265-26922E58FA53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2;p32">
            <a:extLst>
              <a:ext uri="{FF2B5EF4-FFF2-40B4-BE49-F238E27FC236}">
                <a16:creationId xmlns:a16="http://schemas.microsoft.com/office/drawing/2014/main" id="{33E0BDFA-652A-405A-ACED-7FB9D2BD8F9B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7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2241011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Подводим итог по планируемому проекту.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Если приложение готово, но не полностью, то описываем что требуется доработать / добавить.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8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4228362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Приведите список литературных источников, которые вами использовались при изучении и разработки проекта.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ru-RU" sz="2000" i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Перечислить используемую литературу / статьи / источники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Веб-сайт для корректного оформления по ГОСТу</a:t>
            </a:r>
            <a:r>
              <a:rPr lang="en-US" sz="2000" i="1" dirty="0"/>
              <a:t>: </a:t>
            </a:r>
            <a:r>
              <a:rPr lang="ru-RU" sz="1800" u="sng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2"/>
              </a:rPr>
              <a:t>https://perviy-vestnik.ru/literatura/</a:t>
            </a:r>
            <a:endParaRPr lang="ru-RU" sz="2000" i="1" dirty="0"/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9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294575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39C9A-3A08-F635-5EE5-209A8F7D9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8127"/>
            <a:ext cx="9144000" cy="967694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9A4A0-22F7-0A64-BD94-AF9C09C2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873"/>
            <a:ext cx="9144000" cy="2461845"/>
          </a:xfrm>
        </p:spPr>
        <p:txBody>
          <a:bodyPr/>
          <a:lstStyle/>
          <a:p>
            <a:pPr algn="l"/>
            <a:r>
              <a:rPr lang="ru-RU" dirty="0"/>
              <a:t>Почта</a:t>
            </a:r>
            <a:r>
              <a:rPr lang="en-US" dirty="0"/>
              <a:t>:</a:t>
            </a:r>
          </a:p>
          <a:p>
            <a:pPr algn="l"/>
            <a:r>
              <a:rPr lang="en-US" dirty="0">
                <a:hlinkClick r:id="rId2"/>
              </a:rPr>
              <a:t>student@yandex.ru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ru-RU" dirty="0"/>
              <a:t>Телеграм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@student_yandex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A8E024-EA53-3A64-71BD-0C8A85857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6936" y="59032"/>
            <a:ext cx="3178128" cy="224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045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421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Тема Office</vt:lpstr>
      <vt:lpstr>Название проекта</vt:lpstr>
      <vt:lpstr>Актуальность / Проблематика</vt:lpstr>
      <vt:lpstr>Цели и задачи</vt:lpstr>
      <vt:lpstr>Используемое ПО и ресурсы</vt:lpstr>
      <vt:lpstr>Методика выполнения работы</vt:lpstr>
      <vt:lpstr>Результаты</vt:lpstr>
      <vt:lpstr>Демонстрационное видео</vt:lpstr>
      <vt:lpstr>Выводы</vt:lpstr>
      <vt:lpstr>Список использованных источников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Артём борисов</dc:creator>
  <cp:lastModifiedBy>Артём борисов</cp:lastModifiedBy>
  <cp:revision>13</cp:revision>
  <dcterms:created xsi:type="dcterms:W3CDTF">2025-11-21T19:20:54Z</dcterms:created>
  <dcterms:modified xsi:type="dcterms:W3CDTF">2026-04-04T06:29:52Z</dcterms:modified>
</cp:coreProperties>
</file>